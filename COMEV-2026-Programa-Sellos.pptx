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 NACIONAL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¡VIVA CHIHUAHUA!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oficial · Sellos del pasaporte digital · Eventos en paralelo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4 y 5 de septiembre de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convencion26.vercel.app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PASAPORTE DIGITAL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sellos del programa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D946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Back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121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Hielo 80s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9748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80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Cero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172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Inauguración Oficial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74904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913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· Innovación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4224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Conferencias Magistrales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80060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983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4965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COMEV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5276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Recuerdo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6459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164592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FACC1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28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 Distinguido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2121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· Oscar Gardea Acosta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26974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269748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880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1520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Paisajes y Tradición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3172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Regional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7490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A2E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374904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15200" y="3913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Protesta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0" y="4224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Consejo 2026–2027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· Sellos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D946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Back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Hielo 80s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 3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19:00 - 23:00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Hacienda San José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Cóctel rompehielos de bienvenida con temática de los años 80 para todos los congresistas y acompañantes.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1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Cero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Inauguración Oficial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08:30 - 09:30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formal de la Convención Nacional COMEV 2026 con la presencia de autoridades e invitados de honor.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2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· Innovación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Conferencias Magistrales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09:30 - 13:40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Cumbre de Ventas 2026 con Alejandro Núñez — “IA aplicada a ventas: construye un negocio completo en vivo” — y Néstor Guerra — “Agentes IA: el futuro de las ventas inteligentes”.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3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COMEV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Recuerdo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14:00 - 14:30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fotográfica grupal oficial de todos los delegados, organizadores e invitados de la Convención.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4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 Distinguido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· Oscar Gardea Acosta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20:30 - 23:30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de gala y ceremonia oficial de premiación al Ejecutivo Distinguido Nacional de este año.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5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Paisajes y Tradición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Regional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 5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por confirmar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Excursión regional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excursión de integración fuera de la ciudad para explorar la riqueza de la región: paisajes naturales y propuestas locales de Chihuahua.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6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Protesta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Consejo 2026–2027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 5 de septiembre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20:00 - 21:30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Ceremonia protocolar de toma de protesta del nuevo comité directivo nacional y entrega de estafeta. Continúa con cena y baile de cierre (21:30 - 01:30).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7 de 7 · Pasaporte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· 16:00 - 18:30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en paralelo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actividades simultáneas: elige la que corresponda a tu perfil o acompaña a tu pareja.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paralelo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E98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1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de Presidentes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de trabajo y planificación estratégica con los presidentes de las distintas delegaciones.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1 de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2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de damas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Exposiciones y Convenciones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y actividades de integración especialmente preparadas para las damas acompañantes.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2 de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3 DE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 de cerveza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16:00 - 18:30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Terraza: el Legado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331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4 de septiembre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cata guiada con cervezas artesanales y etiquetas del norte de México. Convivencia, maridaje y networking.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paralelo 3 de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COMEV 2026 · Chihuahua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9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¡NOS VEMOS EN CHIHUAHUA!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 Nacional COMEV 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C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4 y 5 de septiembre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convencion26.vercel.app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COMEV 2026 — Programa y Sellos del Pasaporte</dc:title>
  <dc:subject>PptxGenJS Presentation</dc:subject>
  <dc:creator>COMEV 2026</dc:creator>
  <cp:lastModifiedBy>COMEV 2026</cp:lastModifiedBy>
  <cp:revision>1</cp:revision>
  <dcterms:created xsi:type="dcterms:W3CDTF">2026-07-24T05:02:30Z</dcterms:created>
  <dcterms:modified xsi:type="dcterms:W3CDTF">2026-07-24T05:02:30Z</dcterms:modified>
</cp:coreProperties>
</file>