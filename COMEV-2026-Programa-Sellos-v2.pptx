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conferencia_bg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E9800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2194560" cy="914400"/>
          </a:xfrm>
          <a:prstGeom prst="rect">
            <a:avLst/>
          </a:prstGeom>
        </p:spPr>
      </p:pic>
      <p:pic>
        <p:nvPicPr>
          <p:cNvPr id="7" name="Image 2" descr="C:\Users\renat\Downloads\comev-2026---convención-nacional\assets\evm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868680"/>
            <a:ext cx="2011680" cy="777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 NACIONAL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40080" y="26060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</a:t>
            </a:r>
            <a:endParaRPr lang="en-US" sz="5600" dirty="0"/>
          </a:p>
        </p:txBody>
      </p:sp>
      <p:sp>
        <p:nvSpPr>
          <p:cNvPr id="10" name="Text 5"/>
          <p:cNvSpPr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¡VIVA CHIHUAHUA!</a:t>
            </a:r>
            <a:endParaRPr lang="en-US" sz="2600" dirty="0"/>
          </a:p>
        </p:txBody>
      </p:sp>
      <p:sp>
        <p:nvSpPr>
          <p:cNvPr id="11" name="Shape 6"/>
          <p:cNvSpPr/>
          <p:nvPr/>
        </p:nvSpPr>
        <p:spPr>
          <a:xfrm>
            <a:off x="640080" y="4114800"/>
            <a:ext cx="2011680" cy="73152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12" name="Text 7"/>
          <p:cNvSpPr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oficial · Sellos del pasaporte digital · Eventos en paralelo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4 y 5 de septiembre de 2026  ·  Chihuahua, México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convencion26.vercel.app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PASAPORTE DIGITAL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sellos del programa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371600"/>
            <a:ext cx="128016" cy="10058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544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Back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1901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Hielo 80s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371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371600"/>
            <a:ext cx="128016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31520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Cero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1901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Inauguración Oficial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2514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" y="2514600"/>
            <a:ext cx="128016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554480" y="2715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· Innovación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Conferencias Magistrales · Cumbre de Ventas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2514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23" name="Shape 20"/>
          <p:cNvSpPr/>
          <p:nvPr/>
        </p:nvSpPr>
        <p:spPr>
          <a:xfrm>
            <a:off x="6263640" y="2514600"/>
            <a:ext cx="128016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653796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315200" y="2715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COMEV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520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Recuerdo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3657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28" name="Shape 25"/>
          <p:cNvSpPr/>
          <p:nvPr/>
        </p:nvSpPr>
        <p:spPr>
          <a:xfrm>
            <a:off x="502920" y="3657600"/>
            <a:ext cx="128016" cy="100584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886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55448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 Distinguido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554480" y="4187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· Oscar Gardea Acosta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63640" y="3657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33" name="Shape 30"/>
          <p:cNvSpPr/>
          <p:nvPr/>
        </p:nvSpPr>
        <p:spPr>
          <a:xfrm>
            <a:off x="6263640" y="3657600"/>
            <a:ext cx="128016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6537960" y="3886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731520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Paisajes y Tradición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315200" y="4187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Regional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" y="48006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1A2E"/>
          </a:solidFill>
          <a:ln/>
        </p:spPr>
      </p:sp>
      <p:sp>
        <p:nvSpPr>
          <p:cNvPr id="38" name="Shape 35"/>
          <p:cNvSpPr/>
          <p:nvPr/>
        </p:nvSpPr>
        <p:spPr>
          <a:xfrm>
            <a:off x="502920" y="4800600"/>
            <a:ext cx="128016" cy="10058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5029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1554480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Protesta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554480" y="5330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Consejo 2026–2027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· Sellos del pasaporte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retro-70s-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D946EF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Back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Hielo 80s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 3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6908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7024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7024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19:00 - 23:00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36408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36408" y="2496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Hacienda San José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Cóctel rompehielos de bienvenida con temática de los años 80 para todos los congresistas y acompañantes.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1 de 7 · Pasaporte digital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inauguracion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Cero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Inauguración Oficial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6908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7024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7024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08:30 - 09:30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36408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36408" y="2496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formal de la Convención Nacional COMEV 2026 con la presencia de autoridades e invitados de honor.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2 de 7 · Pasaporte digital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conferencia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06B6D4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· Innovación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Conferencias Magistrales · Cumbre de Ventas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92608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12724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12724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09:30 - 13:40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4924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55040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5040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Núñez — IA aplicada a ventas: construye un negocio completo en vivo.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Néstor Guerra — Agentes IA: el futuro de las ventas inteligentes.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311896" y="996696"/>
            <a:ext cx="3355848" cy="244144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2" name="Image 2" descr="C:\Users\renat\Downloads\comev-2026---convención-nacional\alex_nunez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051560"/>
            <a:ext cx="3246120" cy="23317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366760" y="2971800"/>
            <a:ext cx="3246120" cy="41148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36676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Núñez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311896" y="3602736"/>
            <a:ext cx="3355848" cy="244144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6" name="Image 3" descr="C:\Users\renat\Downloads\comev-2026---convención-nacional\nestor_guer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66760" y="3657600"/>
            <a:ext cx="3246120" cy="233172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366760" y="5577840"/>
            <a:ext cx="3246120" cy="41148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8366760" y="55778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Néstor Guerra</a:t>
            </a:r>
            <a:endParaRPr lang="en-US" sz="1200" dirty="0"/>
          </a:p>
        </p:txBody>
      </p:sp>
      <p:pic>
        <p:nvPicPr>
          <p:cNvPr id="29" name="Image 4" descr="C:\Users\renat\Downloads\comev-2026---convención-nacional\assets\cumbre-ventas-log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349240"/>
            <a:ext cx="2194560" cy="8686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3 de 7 · Pasaporte digital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foto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COMEV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Recuerdo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6908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7024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7024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14:00 - 14:30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36408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36408" y="2496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fotográfica grupal oficial de todos los delegados, organizadores e invitados de la Convención.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4 de 7 · Pasaporte digital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gala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ACC15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ACC15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 Distinguido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· Oscar Gardea Acosta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92608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12724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12724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20:30 - 23:30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4924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550408" y="2221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50408" y="24963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y ceremonia oficial de premiación al Ejecutivo Distinguido Nacional de este año.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449056" y="1042416"/>
            <a:ext cx="3218688" cy="4133088"/>
          </a:xfrm>
          <a:prstGeom prst="rect">
            <a:avLst/>
          </a:prstGeom>
          <a:solidFill>
            <a:srgbClr val="FACC15"/>
          </a:solidFill>
          <a:ln/>
        </p:spPr>
      </p:sp>
      <p:pic>
        <p:nvPicPr>
          <p:cNvPr id="22" name="Image 2" descr="C:\Users\renat\Downloads\comev-2026---convención-nacional\public\assets\oscar_garde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1097280"/>
            <a:ext cx="3108960" cy="40233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503920" y="4709160"/>
            <a:ext cx="3108960" cy="4114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50392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Gardea Acosta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5 de 7 · Pasaporte digital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paseo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Paisajes y Tradición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Regional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 5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6908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7024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7024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por confirmar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36408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36408" y="2496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Excursión regional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Excursión de integración fuera de la ciudad para explorar paisajes naturales y propuestas locales de Chihuahua.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6 de 7 · Pasaporte digital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gala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43F5E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868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Protesta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Consejo 2026–2027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0408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408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 5 de septiembre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6908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70248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270248" y="24963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20:00 - 21:30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36408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36408" y="24963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3832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Ceremonia protocolar de toma de protesta del nuevo comité directivo nacional y entrega de estafeta. Continúa con cena y baile de cierre (21:30 - 01:30).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7 de 7 · Pasaporte digital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junta_bg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E9800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· 16:00 - 18:30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2560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en paralelo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3383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actividades simultáneas — elige la que corresponda a tu perfil.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41148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B1A2E">
              <a:alpha val="8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4114800"/>
            <a:ext cx="3474720" cy="9144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de Presidentes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3400" y="41148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B1A2E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343400" y="4114800"/>
            <a:ext cx="347472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6" name="Text 12"/>
          <p:cNvSpPr/>
          <p:nvPr/>
        </p:nvSpPr>
        <p:spPr>
          <a:xfrm>
            <a:off x="452628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de damas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2628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41148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B1A2E">
              <a:alpha val="8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0" y="4114800"/>
            <a:ext cx="3474720" cy="91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 de cerveza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22960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junta_bg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E9800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E9800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1 / 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de Presidentes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50292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408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408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069080" y="20116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270248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270248" y="2450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244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9360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9360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0B1A2E">
              <a:alpha val="7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033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de trabajo y planificación estratégica con los presidentes de las distintas delegaciones.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1 de 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damas_bg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C4899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2 / 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de damas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50292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408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408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069080" y="20116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270248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270248" y="2450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244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9360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9360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0B1A2E">
              <a:alpha val="7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033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y actividades de integración especialmente preparadas para las damas acompañantes.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2 de 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comida_bg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554480" cy="640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BBF24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320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3 / 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 de cerveza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50292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408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408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069080" y="20116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270248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270248" y="2450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Terraza: el Legado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2440" y="2011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B1A2E">
              <a:alpha val="8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93608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93608" y="24505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0B1A2E">
              <a:alpha val="7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033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cata guiada con cervezas artesanales y etiquetas del norte de México. Convivencia, maridaje y networking.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3 de 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pic>
        <p:nvPicPr>
          <p:cNvPr id="3" name="Image 0" descr="C:\Users\renat\Downloads\comev-2026---convención-nacional\assets\gala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E9800"/>
          </a:solidFill>
          <a:ln/>
        </p:spPr>
      </p:sp>
      <p:pic>
        <p:nvPicPr>
          <p:cNvPr id="6" name="Image 1" descr="C:\Users\renat\Downloads\comev-2026---convención-nacional\assets\comev-logo-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2651760" cy="1097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¡NOS VEMOS EN CHIHUAHUA!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640080" y="3520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 Nacional COMEV 2026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4 y 5 de septiembre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convencion26.vercel.app</a:t>
            </a:r>
            <a:endParaRPr lang="en-US" sz="1600" dirty="0"/>
          </a:p>
        </p:txBody>
      </p:sp>
      <p:pic>
        <p:nvPicPr>
          <p:cNvPr id="10" name="Image 2" descr="C:\Users\renat\Downloads\comev-2026---convención-nacional\alex_nunez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23360" y="5120640"/>
            <a:ext cx="1234440" cy="1234440"/>
          </a:xfrm>
          <a:prstGeom prst="rect">
            <a:avLst/>
          </a:prstGeom>
        </p:spPr>
      </p:pic>
      <p:pic>
        <p:nvPicPr>
          <p:cNvPr id="11" name="Image 3" descr="C:\Users\renat\Downloads\comev-2026---convención-nacional\nestor_guer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40680" y="5120640"/>
            <a:ext cx="1234440" cy="1234440"/>
          </a:xfrm>
          <a:prstGeom prst="rect">
            <a:avLst/>
          </a:prstGeom>
        </p:spPr>
      </p:pic>
      <p:pic>
        <p:nvPicPr>
          <p:cNvPr id="12" name="Image 4" descr="C:\Users\renat\Downloads\comev-2026---convención-nacional\public\assets\oscar_garde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0" y="512064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COMEV 2026 — Programa y Sellos del Pasaporte</dc:title>
  <dc:subject>PptxGenJS Presentation</dc:subject>
  <dc:creator>COMEV 2026</dc:creator>
  <cp:lastModifiedBy>COMEV 2026</cp:lastModifiedBy>
  <cp:revision>1</cp:revision>
  <dcterms:created xsi:type="dcterms:W3CDTF">2026-07-24T05:06:56Z</dcterms:created>
  <dcterms:modified xsi:type="dcterms:W3CDTF">2026-07-24T05:06:56Z</dcterms:modified>
</cp:coreProperties>
</file>